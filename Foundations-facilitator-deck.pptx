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Foundations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Foundations</a:t>
            </a:r>
            <a:endParaRPr lang="en-US" sz="50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dispositions beneath every routine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Foundations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 — and the Foundations beneath them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Subject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the subject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Name the dispositions that sit beneath every routine: assertiveness, presence, voice, composure, and professional conduct.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See how authority is carried in the body and the voice, before any technique.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five-step pattern the dispositions share.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disposition to practise deliberately this half-term.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of a teacher whose presence filled a room. What did they actually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words, two different rooms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authority is absent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instruction is a question, and the room negotiates.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voice climbs to match the noise, and the noise climbs back.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Movement and gaze betray the anxiety the words try to hide.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learn that the standard is optional.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authority is carried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expectation is stated once, into a pause.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voice drops, and the room leans 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body is still; the standard is settled.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learn that the standard is simply how it is.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two rooms is closer to yours at ten to three on a Friday?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Strong routines delivered without authority do not hold. The same routines, delivered with it, transform a room.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It is the adults who set the weather.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after Paul Dix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UNDER PRESSURE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dispositions under pressure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Assertiveness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Stating the expectation and meaning it: declarative, the name at the start, held in the pause.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Presence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the room reads before a word: the strong position, the slow scan, the unhurried pace.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Voice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Projection not volume, the lowered register, the falling tone, silence as an instrument.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1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Composure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half-second pause between provocation and response, and the unchanged register.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of the four is your strongest? Which deserts you first when you are tired?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Bill Rogers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decisive variable is the teacher’s manner: calm, assertive correction that names the behaviour and refuses to escalate.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strong voice built on economy and a settled register, and the least invasive intervention that corrects without derailing the lesson.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Tom Bennett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good conduct is taught and maintained by the adults, not left to chance.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Paul Dix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consistency from every adult matters more than the severity of any single sanction.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idea most challenges your current practice?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Rogers, Cracking the Hard Class · Lemov, Teach Like a Champion · Bennett, Running the Room · Dix, When the Adults Change.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SHARED PATTERN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pattern, five steps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342900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42900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65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shape, every disposition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256032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Assertiveness, presence, voice and composure reduce to the same five moves under pressure.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Practised consciously for a fortnight, it becomes the natural way a hard moment is met.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572000" y="1810512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0" y="1810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120640" y="1764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 up: gain attention from a strong, still position.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0" y="2377440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5" name="Text 11"/>
          <p:cNvSpPr/>
          <p:nvPr/>
        </p:nvSpPr>
        <p:spPr>
          <a:xfrm>
            <a:off x="457200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120640" y="23317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Act briefly: the instruction in five words, or a single breath before responding.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0" y="2944368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18" name="Text 14"/>
          <p:cNvSpPr/>
          <p:nvPr/>
        </p:nvSpPr>
        <p:spPr>
          <a:xfrm>
            <a:off x="457200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120640" y="2898648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Hold the pause: three seconds of silence does the work.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572000" y="3511296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1" name="Text 17"/>
          <p:cNvSpPr/>
          <p:nvPr/>
        </p:nvSpPr>
        <p:spPr>
          <a:xfrm>
            <a:off x="4572000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5120640" y="34655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Acknowledge quietly: a nod, a return of attention.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4572000" y="4078224"/>
            <a:ext cx="365760" cy="365760"/>
          </a:xfrm>
          <a:prstGeom prst="ellipse">
            <a:avLst/>
          </a:prstGeom>
          <a:solidFill>
            <a:srgbClr val="14322D"/>
          </a:solidFill>
          <a:ln/>
        </p:spPr>
      </p:sp>
      <p:sp>
        <p:nvSpPr>
          <p:cNvPr id="24" name="Text 20"/>
          <p:cNvSpPr/>
          <p:nvPr/>
        </p:nvSpPr>
        <p:spPr>
          <a:xfrm>
            <a:off x="4572000" y="4078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5120640" y="4032504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If needed, repeat once: same words, same register, then the known next step.</a:t>
            </a:r>
            <a:endParaRPr lang="en-US" sz="1400" dirty="0"/>
          </a:p>
        </p:txBody>
      </p:sp>
      <p:pic>
        <p:nvPicPr>
          <p:cNvPr id="26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your day would this pattern change the most?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same five steps underlie the Diligence Routine in Pillar 1.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Authority in the service of others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 that does not rise to provocation.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consistency of following through, every time.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quiet insistence that the standard will be met.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dispositions are universal. Keep the practice; give it the language that fits your school.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Foundations, made observable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Assert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Expectation stated, the name at the start, held in the pause.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Presence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Strong position, slow scan, unhurried pace.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Voice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Lowered and projected, falling tone, silence used.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Composure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Half-second pause, register unchanged, body still.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Conduct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Boundaries clear; the standard held in shared spaces.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 a colleague,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Each disposition reduces to a handful of observable behaviours.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the hard moment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threes, take a provocation card — the eye-roll, the refusal, the muttered comment. One teacher works the five-step response, one plays the pupil, one coaches against the points opposite.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half-second pause before the response.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body still, no step forward.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register unchanged from a minor correction.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behaviour named, not the person.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Attention returned to the room.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Swap roles so everyone rehearses the response, not just the analysis of it.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FIFTH DISPOSITION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Professional conduct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standard, everywhere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Smart dress, punctuality, clear boundaries with pupils, privacy online.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Shared spaces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staff room is a workroom; the corridor is where the standard is seen.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it slips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staff-room lapse, the lesson habit, the policy questioned in passing.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Chardi Kala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Selflessness and rising spirits: conduct as a service, held together.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does conduct most easily relax for you, and what would hold it?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Professional conduct is the disposition that surrounds all the others.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SUSTAINING IT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Fatigue, and what to do about it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 teacher holds these dispositions perfectly across a week; they draw on a reserve that is lowest at the end of the day and the term.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instinct when tired is to push harder — louder voice, faster movement, sharper response — which is exactly what erodes authority.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remedy is to do less, more deliberately: drop the voice, hold the position, take the pause.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your earliest warning sign that your reserve is running low?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Authority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strong voice; least invasive intervention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does the teacher’s body do before they speak?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is the pause, and what does it achieve?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the smallest action that corrects the behaviour?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Foundations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Choose one disposition to practise deliberately this half-term.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 filmed or observed for the five-step pattern in one lesson.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Bring it to your next coaching trio.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full Foundations pages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 — facilitator deck</dc:title>
  <dc:subject>PptxGenJS Presentation</dc:subject>
  <dc:creator>Nishkam Schools</dc:creator>
  <cp:lastModifiedBy>Nishkam Schools</cp:lastModifiedBy>
  <cp:revision>1</cp:revision>
  <dcterms:created xsi:type="dcterms:W3CDTF">2026-06-16T10:29:29Z</dcterms:created>
  <dcterms:modified xsi:type="dcterms:W3CDTF">2026-06-16T10:29:29Z</dcterms:modified>
</cp:coreProperties>
</file>