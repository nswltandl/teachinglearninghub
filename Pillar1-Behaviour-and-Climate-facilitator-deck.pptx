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One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Behaviour &amp; Climate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that make a calm, purposeful room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Behaviour &amp; Climate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1892808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Subject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the subject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behaviour as a climate that is built and taught, not a trait of the class.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Walk the routines across the arc of a lesson: before, start, during, end.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 and the low-key strategy ladder.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routine to teach explicitly and maintain for a fortnight.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of a class that runs itself calmly. What has the teacher taught them to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first five minutes decide the hour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lesson that opens with drift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arrive to an empty board and a busy teacher.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is asked for, not signalled, and never quite arrives.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Drift is met with a raised voice, which raises the room.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lesson never fully settles.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lesson that opens with purpose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starter is up; pupils work within moments of entering.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comes on a single taught signal, into a pause.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Drift is met with a quiet move, a look, a named virtue.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room is calm because the routine is calm.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describes the start of your hardest class — and which routine would change it most?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Good behaviour is not the absence of trouble. It is the presence of a culture — and culture is taught.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you permit, you promote.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ROUTINES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routines that carry the pillar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language of virtues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Peacefulness, Diligence, Determination as the actual language of the room, not slogans on a wall.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Lesson starts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stages from the door to the 30-Second Reflection that turn arrival into focused work.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Diligence Routine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in-lesson sequence, run many times, to move a class back to attention.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strategy ladder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Low-key interventions before any formal warning: position, proximity, eye-meet, reset, named virtue.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do you run by instinct, and which have you never explicitly taught?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Tom Bennett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behaviour is a culture that is explicitly taught, modelled and maintained — not left to chance.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routines work by reducing decisions and being predictable; what a teacher permits, they promote.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Bill Rogers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correction that is calm, names the behaviour not the child, and refuses to escalate.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Paul Dix &amp; the EEF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consistency from every adult, and low-key responses before formal ones, set the climate.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your practice least consistent — and what would make it the same every time?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Bennett, Running the Room &amp; the DfE behaviour review · Lemov, Teach Like a Champion · Rogers · Dix · EEF, Improving Behaviour in Schools.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WHOLE PILLAR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calm climate, across the lesson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Resources and starter ready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the door, greet by name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 to the starter task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35858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3600450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Settle, then gain attention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 with the language of virtues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30-Second Reflection, held in full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DURING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6396228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Diligence Routine to regain attention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five-rung ladder before any warning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 intervention: calm, standard wording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solidFill>
            <a:srgbClr val="C0613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END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027414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21" name="Text 18"/>
          <p:cNvSpPr/>
          <p:nvPr/>
        </p:nvSpPr>
        <p:spPr>
          <a:xfrm>
            <a:off x="9192006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Pack-up from a strong position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Row by row, calm and quiet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Close completed; teacher at the door</a:t>
            </a:r>
            <a:endParaRPr lang="en-US" sz="1200" dirty="0"/>
          </a:p>
        </p:txBody>
      </p:sp>
      <p:pic>
        <p:nvPicPr>
          <p:cNvPr id="22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phase of your lesson is weakest, and which single routine would strengthen it?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routine is taught in full in the Pillar 1 modules online.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virtues are the language of the room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 the teacher models and praises by naming.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effort asked for in correction, and the attention word itself.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standard returned to when a class drifts.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Strip out the named virtues and every routine still works; keep them, and the routines carry a shared moral weight.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behaviour checklist, observable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‘Diligence’ used as the attention mantra.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Pause and scan for full compliance before going 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Instructions clear, in performance language, at most three steps.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Pupils act on the first instruction.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BFL8-9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Strong-position reset and proximity used as primary tools.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LS/LE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Door at arrival and dismissal; starter up; orderly close.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these to observe a colleague,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BFL, LS, LE and OR checklists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teacher stands in a strong position, waits two seconds, delivers ‘Diligence’ at normal volume, stops, and scans. Run five repetitions; the partner reports whether the word landed into a pause and whether the scan was real.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two-second wait before any word.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Normal volume — no climbing to meet the room.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full stop after the word, not a stream.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genuine scan for full compliance.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moving on until the room is with them.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both rehearse the routine, not just watch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EDGES OF THE LESSON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micro-routines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Equipment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desks at the start, collected calmly (OR-A).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Transitions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Named with the Diligence trigger so the class moves together (OR-B).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Reading aloud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Cold-call, with a planned route for non-readers (OR-C).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 signals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Used consistently, so verbal interruption falls away (OR-D).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these currently costs you the most time and calm?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Small routines, taught once and maintained, remove most everyday friction.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Consistency is the inclusion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pupils who most need a predictable climate are the ones a wavering routine fails first.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Low-key, named-behaviour correction protects the relationship, which matters most for pupils who find school hard.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climate is hardest to hold at the end of the day and term — exactly when consistency matters most.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in mind would gain most from your routines being identical every lesson?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Routines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threshold; strong voice; least invasive intervention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taught before the lesson ‘begins’?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does the teacher regain attention — and how long does it take?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the smallest action that corrects drift?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one routine to teach explicitly to a class this week.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 in your next coaching pair.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Maintain the routine, unchanged, for a fortnight.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1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1 Behaviour &amp; Climate — facilitator deck</dc:title>
  <dc:subject>PptxGenJS Presentation</dc:subject>
  <dc:creator>Nishkam Schools</dc:creator>
  <cp:lastModifiedBy>Nishkam Schools</cp:lastModifiedBy>
  <cp:revision>1</cp:revision>
  <dcterms:created xsi:type="dcterms:W3CDTF">2026-06-16T20:46:25Z</dcterms:created>
  <dcterms:modified xsi:type="dcterms:W3CDTF">2026-06-16T20:46:25Z</dcterms:modified>
</cp:coreProperties>
</file>