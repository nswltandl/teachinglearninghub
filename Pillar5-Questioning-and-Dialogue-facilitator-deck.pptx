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Five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Questioning &amp; Dialogue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Questions that make every pupil think, and talk that deepens it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Questioning &amp; Dialogue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483864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your class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questioning so every pupil thinks, not just the volunteer.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cold-calling, probing, and pair-share into one sequence.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holding the pause, and following an answer with a second question.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one lesson planned hands-down.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your classroom, who does most of the answering — and what are the others doing?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does the thinking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Taking hands 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hear from those who already know.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rest learn that thinking is optional.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first answer ends the thinking.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Talk is a performance by a few.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pupil thinking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Any pupil might be asked, so all think.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held pause makes answers longer and better.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second question follows the first answer.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Pairs rehearse before anyone speaks aloud.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describes your questioning at 2:50pm — and which routine would change it?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question answered by a volunteer tells you one pupil knew. The rest may have switched off the moment a hand went up.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the teacher waits, pupils have time to think.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 principle of this programme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ROUTINES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questioning routines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Cold-calling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Pose to all, hold the pause, then name — so everyone thinks. Warm, never a gotcha.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Wait time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few seconds of silence after the question transforms the answers.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Follow the first answer with a second question that deepens it.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Pair-share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Brief paired rehearsal so every pupil frames an answer before speaking.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routine would most change who does the thinking in your room?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THINKING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comes from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Dylan Wiliam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remove the choice to opt out; build in wait time so every pupil has to think.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Mary Budd Rowe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few seconds of wait time markedly lengthens and improves pupils’ answers.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Doug Lemov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and Turn and Talk make participation universal rather than volunteered.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Robin Alexander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dialogic talk: answers are followed up, built on and connected, not just collected.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long is your wait time really — and what would doubling it change?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Wiliam, Embedded Formative Assessment · Rowe on wait time · Lemov, Teach Like a Champion · Alexander, Dialogic Teaching.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SEQUENCE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Choral → MWB → Pair → Cold-call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21458" cy="566928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CHORAL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Whole-class response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Builds fluency and confidence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Pillar 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5858" y="1828800"/>
            <a:ext cx="2521458" cy="566928"/>
          </a:xfrm>
          <a:prstGeom prst="rect">
            <a:avLst/>
          </a:prstGeom>
          <a:solidFill>
            <a:srgbClr val="14322D"/>
          </a:solidFill>
          <a:ln/>
        </p:spPr>
      </p:sp>
      <p:sp>
        <p:nvSpPr>
          <p:cNvPr id="11" name="Text 8"/>
          <p:cNvSpPr/>
          <p:nvPr/>
        </p:nvSpPr>
        <p:spPr>
          <a:xfrm>
            <a:off x="3435858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MWB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35858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3" name="Text 10"/>
          <p:cNvSpPr/>
          <p:nvPr/>
        </p:nvSpPr>
        <p:spPr>
          <a:xfrm>
            <a:off x="3600450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pupil answers at once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all-pupil check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Pillar 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828800"/>
            <a:ext cx="2521458" cy="56692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5" name="Text 12"/>
          <p:cNvSpPr/>
          <p:nvPr/>
        </p:nvSpPr>
        <p:spPr>
          <a:xfrm>
            <a:off x="6231636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31636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7" name="Text 14"/>
          <p:cNvSpPr/>
          <p:nvPr/>
        </p:nvSpPr>
        <p:spPr>
          <a:xfrm>
            <a:off x="6396228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Brief paired rehearsal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pupil frames an answer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Circulate silently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27414" y="1828800"/>
            <a:ext cx="2521458" cy="566928"/>
          </a:xfrm>
          <a:prstGeom prst="rect">
            <a:avLst/>
          </a:prstGeom>
          <a:solidFill>
            <a:srgbClr val="C0613F"/>
          </a:solidFill>
          <a:ln/>
        </p:spPr>
      </p:sp>
      <p:sp>
        <p:nvSpPr>
          <p:cNvPr id="19" name="Text 16"/>
          <p:cNvSpPr/>
          <p:nvPr/>
        </p:nvSpPr>
        <p:spPr>
          <a:xfrm>
            <a:off x="9027414" y="182880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COLD-CALL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7414" y="2395728"/>
            <a:ext cx="2521458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21" name="Text 18"/>
          <p:cNvSpPr/>
          <p:nvPr/>
        </p:nvSpPr>
        <p:spPr>
          <a:xfrm>
            <a:off x="9192006" y="2560320"/>
            <a:ext cx="221056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Pose, pause, then name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Accountable talk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Probe the answer deeper</a:t>
            </a:r>
            <a:endParaRPr lang="en-US" sz="1200" dirty="0"/>
          </a:p>
        </p:txBody>
      </p:sp>
      <p:pic>
        <p:nvPicPr>
          <p:cNvPr id="22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9824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97280" y="543153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would this sequence fit in a lesson you teach this week?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routines build on one another: fluency, then check, then rehearsal, then accountable talk.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NISHKAM 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Questioning that includes everyone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calm and warm — cold-calling that includes, never catches out.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insistence that every pupil, not just the eager few, thinks.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discipline to hold the pause and ask the second question.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Universal participation is a moral stance as much as a technique: every pupil is worth hearing from.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cold-calling checklist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Question posed to the whole class.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name attached to the initial question.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CC5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Thinking time held before naming a pupil.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CC6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Question then directed to a named pupil.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CC9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Pupil asked to elaborate or explain.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CC11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Misconceptions identified and addressed.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this to observe, or to be observed.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full CC codes and the probe-stem bank sit behind the modules online.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cold-call and probe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pairs, the partner gives one recall question and one higher-order question. The teacher delivers each in full, holding three seconds of thinking time before naming, then asks one probing follow-up.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question posed before any name.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full three-second pause, held.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warm naming, not a gotcha.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second question that deepens the first answer.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pause held again after the probe.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Swap roles so both rehearse holding the silence.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probe for every level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Remember / Apply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‘What do we know about…?’  ·  ‘How would you use this in…?’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Analyse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‘What are the key differences between…?’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‘Which of these is more effective, and why?’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‘What might happen if…?’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 topic you teach, what is one probe that would push a first answer further?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Choose the stem to match the thinking you want; then hold the pause.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EVERY PUPIL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hands-down questioning reaches everyone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Hands-up questioning lets the same few answer and the rest opt out; cold-calling brings everyone in.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Pair-share gives less confident pupils a rehearsal, so being named is not exposing.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Wait time gives slower processors the seconds they need to form a real answer.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pupil would gain most from a hands-down lesson with built-in rehearsal?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Questioning on screen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Clips: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Call; Wait Time; Turn and Talk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is the question posed before a pupil is named?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long is the pause — and what does it do?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is the first answer followed up?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one lesson hands-down, with cold-call questions chosen in advance.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 your wait time in one lesson and note the change.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Write two sequenced probes for a concept pupils find hard.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Pillar 5 modules online for the worked detail.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 5 — facilitator deck</dc:title>
  <dc:subject>PptxGenJS Presentation</dc:subject>
  <dc:creator>Nishkam Schools</dc:creator>
  <cp:lastModifiedBy>Nishkam Schools</cp:lastModifiedBy>
  <cp:revision>1</cp:revision>
  <dcterms:created xsi:type="dcterms:W3CDTF">2026-06-17T09:23:24Z</dcterms:created>
  <dcterms:modified xsi:type="dcterms:W3CDTF">2026-06-17T09:23:24Z</dcterms:modified>
</cp:coreProperties>
</file>