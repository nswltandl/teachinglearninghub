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Four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for Understanding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Turning ‘is everyone with me?’ into a question with an answer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Checking for Understanding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86100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your class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Replace the guess about who understands with evidence from every pupil.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the mini-whiteboard routine and the hinge question.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circulation that checks, rather than wanders.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one hinge question planned for an upcoming lesson.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do you currently know a class has understood, before you mark their books?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Knowing what the class understands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Asking 'does everyone understand?'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‘Does everyone understand?’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confident few nod; the lost stay quiet.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Hands up: you hear from those who already know.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lesson moves on over the heads of some.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check every pupil answers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question every pupil answers at once.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Thirty boards up; the room read in a glance.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planned hinge decides: move on, or reteach.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pupil hides, and none is left behind.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check do you rely on most — and what is it missing?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teacher who does not know what pupils understand is teaching to a room they cannot see.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is how a teacher decides what to do next.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 principle of this programme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IDEAS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ideas behind the pillar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All-pupil response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pupil answers at once, so you read the whole room, not the confident few.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hinge question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planned question whose answers decide whether the lesson moves 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Purposeful circulation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Movement with three jobs: on task, on track, supported.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 on the evidence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discipline to loop back when the boards show confusion.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four is least developed in your practice?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THINKING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comes from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Dylan Wiliam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makes teaching responsive: gather evidence of where pupils are, and adjust the next move.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Hinge questions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single, well-chosen question whose answers decide whether to move on or reteach.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Doug Lemov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‘Show Me’ and efficient checks that gather data from the whole class at once.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Barak Rosenshine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most effective teachers check frequently and secure a high success rate.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in a lesson do you most need evidence you are not currently gathering?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Wiliam, Embedded Formative Assessment · Lemov, Teach Like a Champion · Rosenshine, Principles of Instruction.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mini-whiteboard checkpoint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66160" cy="342900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42900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Everyone, at once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Mini-whiteboards turn ‘is everyone with me?’ into a question with thirty answers.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hinge question is the planned checkpoint that decides the next move.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0" y="181051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20640" y="1764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Boards and pens on desks, ready (MW1).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0" y="2377440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20640" y="2331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clear task that is a genuine check; state the time limit (MW2–MW4).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0" y="2944368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20640" y="28986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Silent thinking time before any response (MW6).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72000" y="3511296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120640" y="34655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‘3-2-1, show me’; all boards up together (MW7–MW8).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572000" y="4078224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120640" y="40325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room, then decide: move on, or reteach.</a:t>
            </a:r>
            <a:endParaRPr lang="en-US" sz="1400" dirty="0"/>
          </a:p>
        </p:txBody>
      </p:sp>
      <p:pic>
        <p:nvPicPr>
          <p:cNvPr id="26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is the moment in your next lesson that a hinge question should guard?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discipline is to act on what the boards show — including looping back.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NISHKAM 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and the virtue of diligence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refusal to assume, and the care to find out.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calm, silent thinking time the routine protects.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willingness to reteach when the evidence says so.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pupil answering at once serves the quiet one who would never volunteer that they are lost.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checking checklists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MW4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Time limit set and stated.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MW6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Silent thinking time before responses.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MW7-8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‘3-2-1 show me’ trigger; all boards raised.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Confidence checked through questioning.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CCS5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Strong position taken to scan the room.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CCS9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The working environment stays calm and purposeful.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these to observe, or to be observed.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full MW and CCS checklists sit behind the modules online.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whiteboard check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pairs, the partner gives a one-sentence MWB question. The teacher delivers it, names the time, holds silent thinking time, triggers ‘3-2-1, show me’, and reads the boards.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time limit stated up front.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Silent thinking time genuinely held.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 boards up together on the trigger.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Non-compliance handled calmly.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real decision made from what the boards show.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check is only worth doing if the teacher acts on it.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Movement with three jobs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task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 pupils working — promptly, and on the right thing?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track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 the work correct? On task is not the same as on track.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Adaptation and scaffolding where needed; assistant teacher on key pupils.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early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pen-down, looking-around pupil is the first signal, not the last.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in independent practice do you currently wander rather than circulate?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Circulation is purposeful movement, not a lap of the room.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EVERY PUPIL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checking everyone reaches every pupil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pupil who never volunteers is exactly the one a hands-up question fails; the whiteboard reaches them.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Silent thinking time gives slower processors the same chance as the quick ones.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Reading the room early lets support reach a pupil before they have been lost for ten minutes.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pupil would most benefit from a routine where everyone has to answer?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Checking on screen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Clips: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for Understanding; Show Me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does the teacher gather a response from everyone?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 they do with what they see?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 they decide to move on, or to reteach?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Checking for Understanding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one hinge question for an upcoming lesson.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 the mini-whiteboard routine, holding the silent thinking time.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your next independent phase as circulation with three jobs.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Pillar 4 modules online for the worked detail.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 4 — facilitator deck</dc:title>
  <dc:subject>PptxGenJS Presentation</dc:subject>
  <dc:creator>Nishkam Schools</dc:creator>
  <cp:lastModifiedBy>Nishkam Schools</cp:lastModifiedBy>
  <cp:revision>1</cp:revision>
  <dcterms:created xsi:type="dcterms:W3CDTF">2026-06-17T09:23:23Z</dcterms:created>
  <dcterms:modified xsi:type="dcterms:W3CDTF">2026-06-17T09:23:23Z</dcterms:modified>
</cp:coreProperties>
</file>