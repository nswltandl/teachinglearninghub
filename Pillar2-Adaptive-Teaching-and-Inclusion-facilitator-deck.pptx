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Two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Adaptive Teaching &amp; Inclusion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ambitious curriculum, made accessible to every pupil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Adaptive Teaching &amp; Inclusion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290572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Replace ‘differentiation’ with adaptive teaching: one ambitious curriculum, adjusted in the moment.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Walk the inclusive classroom, adaptive teaching, and the SEND intervention.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building a scaffold that is designed to be removed.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adaptation to make consistently for the pupil who needs it most.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of a pupil who finds your lessons hardest. What gets them into the work?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Helping the pupil who finds the work hard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Differentiation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different, easier worksheet.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Expectations quietly lowered.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adult who does the work for them.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gap widens over the year.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Adaptive teaching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ambitious task, with a scaffold.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Expectations held; the route adjusted.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adult who builds independence.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scaffold fades as success grows.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is closer to how you currently support your lowest 20%?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Adaptation keeps the work demanding for everyone, and gives the pupils who need it a way in.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the ordinary lesson well is the most important thing a school does for pupils with SEND.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after the EEF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moves of adaptive teaching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Explicit teaching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goals and success criteria; pupils can say what they are learning (SP6).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Scaffolding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Temporary support for a hard task, designed to be removed (SP7).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Responsive checks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AfL embedded; teaching adjusted in response to what pupils show (SP5).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Additional adults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Deployed to build independence, not reliance (SP8).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move is strongest in your practice, and which is weakest?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EEF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‘five-a-day’: explicit instruction, scaffolding, flexible grouping, metacognition, technology — good for all, essential for some.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Quality-first teaching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most powerful SEND provision is the ordinary lesson, taught well.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scaffolds provide temporary support for a difficult task, and are gradually removed.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expectations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with SEND and the disadvantaged are entitled to the same rich content as their peers.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 your expectations quietly drop — and how would you hold them instead?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EEF, Special Educational Needs in Mainstream Schools · Rosenshine, Principles of Instruction.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PILLAR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curriculum, reached by different routes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ROOM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Calm, uncluttered, predictable (SP1)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routines and visuals (SP2)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Additional adults build independence (SP8)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LESSON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67784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4532376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Adaptive explanation and modelling (SP3)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Concrete resources and scaffolds (SP4, SP7)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AfL embedded; adjust in response (SP5)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INTERVENTION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95488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8260080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purpose and target (Int1–Int2)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Broken into steps (Int4)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 to the teacher (Int9)</a:t>
            </a:r>
            <a:endParaRPr lang="en-US" sz="1200" dirty="0"/>
          </a:p>
        </p:txBody>
      </p:sp>
      <p:pic>
        <p:nvPicPr>
          <p:cNvPr id="1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three is least secure in your practice right now?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ambitious curriculum throughout; only the route changes.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Inclusion and the virtue of service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refusal to let any pupil fall outside the lesson.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calm, predictable room that removes barriers before they arise.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care to plan the scaffold, and the discipline to fade it.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Shape the lesson around the pupil who needs it most, and it works better for everyone.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SEND Provision checklist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SP1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Calm, uncluttered room, arranged for needs.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SP2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Consistent routines, visuals, predictable change.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Adaptive teaching evident, in line with plans.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AfL embedded; teaching adapted in response.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SP7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Tasks scaffolded and matched, ambition held.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SP8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Additional adults build independence.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Full SP and Int items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fading scaffold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take one task pupils find hard. Design a scaffold for it — a frame, a part-worked example, a word bank — then plan the two stages by which you would remove it, and the signal that says a pupil is ready.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scaffold reaches the same ambitious task, not an easier one.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is temporary by design, with a fade plan.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success criteria stay explicit.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Independence is the goal, not reliance.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clear signal for when to remove it.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scaffold with no plan to remove it is just permanent help.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INTERVENTION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purposeful SEND intervention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purpose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Guidance from CT/SLT/SENDCO followed; the target known (Int1–Int2).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Prepared and stepped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Resources ready; learning broken into clear steps (Int3–Int4).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Progress in the session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pupil is engaged, supported, and moves forward (Int5–Int7).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recorded and fed back to the teacher (Int8–Int9).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you run or support interventions, which of these four is weakest?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first and last items — purpose and feedback — are what keep an intervention connected to the lesson.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Good for all, essential for some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practices that help pupils with SEND — clarity, scaffolding, checking — help every pupil in the room.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predictable, calm environment is the precondition for everything adaptive that follows.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Disadvantaged pupils are entitled to the same ambition; adaptation engineers their access to it, never lowers it.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whole-class adaptation would most help your pupils with additional needs?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Adaptive teaching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scaffolding; targeted questioning; check for understanding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the same for every pupil, and what is adjusted?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the scaffold — and is it temporary?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does the teacher build independence?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Adaptive Teaching &amp; Inclusion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one pupil and one adaptation to make consistently this term.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one scaffold with a plan to fade it.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you work with an additional adult, plan one change toward independence.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2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Gothic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2 — facilitator deck</dc:title>
  <dc:subject>PptxGenJS Presentation</dc:subject>
  <dc:creator>Nishkam Schools</dc:creator>
  <cp:lastModifiedBy>Nishkam Schools</cp:lastModifiedBy>
  <cp:revision>1</cp:revision>
  <dcterms:created xsi:type="dcterms:W3CDTF">2026-06-17T09:23:22Z</dcterms:created>
  <dcterms:modified xsi:type="dcterms:W3CDTF">2026-06-17T09:23:22Z</dcterms:modified>
</cp:coreProperties>
</file>