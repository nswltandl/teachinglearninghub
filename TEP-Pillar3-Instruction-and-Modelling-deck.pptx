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Instruction &amp; Modelling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Explaining and modelling, step by step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Instruction &amp; Modelling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88336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the subject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Sharpen how we explain — saying only what needs saying, in the same words each time.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the thinking out loud, one step at a time, so pupils can see how an expert works.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 pupils from watching to doing through guided practice before they go it alone.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Everything here sits alongside the booklet in your hands — Sections 1 to 6.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of one idea your pupils always find hard. What is the trickiest step to get across?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THOUGHT EXPERIMENT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ways to teach a hard idea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Lesson 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idea is explained once, quickly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are sent straight to the task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teacher waits to see who struggles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questions come back, again and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misconceptions surface in the marking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Lesson B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teacher models it, thinking aloud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step is shown on a shared surface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practise the same example together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is checked before independence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then pupils work, and most can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Same class, same idea. Which lesson leaves more pupils able to do it on their own?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teach it, we show it, then we hand it over — one step at a time.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“Present new material in small steps, with practice after each step.”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Barak Rosenshine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FOUNDATIONS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ideas under strong instruction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Economy of language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Say only what needs saying. The same precise phrases each time, so the words do not get in the way.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do, we do, you do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Alternate input and output. Model it, practise it together, then release pupils to work alone.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Dual coding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Match the explanation to a clear visual, and let the picture carry part of the load.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Worked examples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what good looks like — and what it does not (WAGOLL and WABOLL) — so the standard is clear.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would sharpen your explanations most? Pick one to try this week.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EVIDENCE, IN BRIEF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modelling works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Novices learn from worked examples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seeing an expert work a problem builds the schema before pupils try it alone.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Working memory is limited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steps and clear visuals stop pupils being overloaded while they learn.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Narration makes thinking visible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saying the quiet part out loud shows pupils the moves an expert actually makes.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Guided practice bridges the gap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need a supported go before independence, not a leap straight to it.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your teaching do pupils jump to independence too soon?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2–3  ·  Rosenshine, Principles of Instruction; Sherrington, Rosenshine in Action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CORE TECHNIQUE · DELIVER THIS LIVE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do, we do, you do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Name the purpose of the model.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Narrate the thinking as it happens.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every step on a shared surface.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the model against the success criteria.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 DO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67784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4532376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Announce the move to ‘we do’.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 a close example together.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 pupils back to the model.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understanding before release.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DO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95488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8260080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Announce the move to ‘you do’.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practise independently.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modelled example stays in view.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understanding during practice.</a:t>
            </a:r>
            <a:endParaRPr lang="en-US" sz="1200" dirty="0"/>
          </a:p>
        </p:txBody>
      </p:sp>
      <p:pic>
        <p:nvPicPr>
          <p:cNvPr id="1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 you usually spend least time — and is that where pupils most need you?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it live, then have the room rehearse one step.  Booklet · Section 4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NAMING THE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Modelling in the Nishkam frame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patient, step-by-step narration that shows every move of the thinking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 calm, uncluttered explanation that does not rush or overload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pupils stay with the guided practice until they can do it alone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gradual release — model, practise together, then release — and use the same precise language each time, whatever your setting.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SHARED STANDARD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Instruction &amp; modelling checklist · ID1–8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Purpose of the model named aloud.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ID2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Thinking process narrated as it happens.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Each step modelled and narrated.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ID4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Modelling visible to all pupils via a shared surface.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ID6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 step and rationale narrated.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ID7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Steps back to review the model against success criteria.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ID8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 for understanding; reteach where needed.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it to coach and to observe — a shared picture of ‘good’, never a tick-box.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wording, with the We-do and You-do checklists: booklet p.9–10.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it — modelling in fours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teacher, 2 pupils, 1 coach.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Teacher: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 one short step, narrating the thinking, then run a quick ‘we do’.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follows easily; one needs the step shown again.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Rotate after each round so everyone models.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 of the model named?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Thinking narrated, not just the answer?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Visible to all on a shared surface?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Understanding checked before release?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Language precise and repeated?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 4 — record your reflection there.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BEYOND THE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Techniques that sharpen instruction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Dual coding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words with a clear diagram; let the visual carry part of the explanation.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WAGOLL / WABOLL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Show a strong example and a weak one; name what separates them.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Economy of language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Cut the noise. Same precise phrasing each time, so the steps stick.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and reteach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for understanding often; reteach the step rather than pressing on.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these is least embedded in your team's practice right now?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Booklet · Sections 5–6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Modelling supports every pupil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Clear, narrated steps reduce the load for pupils who find the work hardest — nothing is left implicit.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Worked examples and visible models give SEND pupils something concrete to return to.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Guided practice catches misconceptions before they harden, for the lowest 20% first.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structure; reteach the step; respond to the pupil in front of you.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step in a recent lesson would have helped a struggling pupil most if you'd modelled it again?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modelling in a real classroom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Look for clips on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modelling and ‘Board = Paper’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does the teacher narrate that a novice would miss?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is each step made visible to the whole class?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does the teacher check before moving on?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Instruction &amp; Modelling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one explanation as a model: name the purpose, narrate the steps, check before release.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it in your coaching quartet this week.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Continue online — the Instruction &amp; Modelling strand of the Teaching Practice site.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TEP Instruction &amp; Modelling</dc:title>
  <dc:subject>PptxGenJS Presentation</dc:subject>
  <dc:creator>Nishkam Schools</dc:creator>
  <cp:lastModifiedBy>Nishkam Schools</cp:lastModifiedBy>
  <cp:revision>1</cp:revision>
  <dcterms:created xsi:type="dcterms:W3CDTF">2026-06-09T16:02:10Z</dcterms:created>
  <dcterms:modified xsi:type="dcterms:W3CDTF">2026-06-09T16:02:10Z</dcterms:modified>
</cp:coreProperties>
</file>